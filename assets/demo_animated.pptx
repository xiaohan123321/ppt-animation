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1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25400"/>
            <a:ext cx="6197600" cy="61976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6959600" y="25400"/>
            <a:ext cx="6197600" cy="6197600"/>
          </a:xfrm>
          <a:prstGeom prst="ellipse">
            <a:avLst/>
          </a:prstGeom>
          <a:noFill/>
          <a:ln w="1778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rcA0"/>
          <p:cNvSpPr/>
          <p:nvPr/>
        </p:nvSpPr>
        <p:spPr>
          <a:xfrm>
            <a:off x="6756400" y="-177800"/>
            <a:ext cx="6604000" cy="6604000"/>
          </a:xfrm>
          <a:prstGeom prst="arc">
            <a:avLst>
              <a:gd name="adj1" fmla="val -2400000"/>
              <a:gd name="adj2" fmla="val 240000"/>
            </a:avLst>
          </a:prstGeom>
          <a:noFill/>
          <a:ln w="2540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d"/>
          <p:cNvSpPr txBox="1"/>
          <p:nvPr/>
        </p:nvSpPr>
        <p:spPr>
          <a:xfrm>
            <a:off x="736600" y="1905000"/>
            <a:ext cx="5588000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600" b="1">
                <a:solidFill>
                  <a:srgbClr val="F2EDE2"/>
                </a:solidFill>
                <a:latin typeface="Microsoft YaHei"/>
              </a:rPr>
              <a:t>示例小样片</a:t>
            </a:r>
          </a:p>
        </p:txBody>
      </p:sp>
      <p:sp>
        <p:nvSpPr>
          <p:cNvPr id="7" name="eyebrow"/>
          <p:cNvSpPr txBox="1"/>
          <p:nvPr/>
        </p:nvSpPr>
        <p:spPr>
          <a:xfrm>
            <a:off x="736600" y="36322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>
                <a:solidFill>
                  <a:srgbClr val="E3C08A"/>
                </a:solidFill>
                <a:latin typeface="Microsoft YaHei"/>
              </a:rPr>
              <a:t>DEMO DECK  /  4 PAGES</a:t>
            </a:r>
          </a:p>
        </p:txBody>
      </p:sp>
      <p:sp>
        <p:nvSpPr>
          <p:cNvPr id="8" name="rule"/>
          <p:cNvSpPr/>
          <p:nvPr/>
        </p:nvSpPr>
        <p:spPr>
          <a:xfrm>
            <a:off x="736600" y="4064000"/>
            <a:ext cx="558800" cy="30480"/>
          </a:xfrm>
          <a:prstGeom prst="rect">
            <a:avLst/>
          </a:prstGeom>
          <a:solidFill>
            <a:srgbClr val="E3C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spd="med" p14:dur="0" mc:Ignorable="p14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4" presetClass="entr" presetSubtype="0" fill="hold" nodeType="afterEffect" accel="0" decel="5000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Rot by="21600000">
                                      <p:cBhvr>
                                        <p:cTn dur="1400" fill="hold" accel="0" decel="5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presetID="23" presetClass="entr" presetSubtype="0" fill="hold" nodeType="withEffect" accel="0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035 L 0 0" pathEditMode="relative" ptsTypes="">
                                      <p:cBhvr>
                                        <p:cTn dur="1200" fill="hold" accel="0" decel="50000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200" fill="hold" accel="0" decel="50000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86000" y="86000"/>
                                      <p:to x="100000" y="100000"/>
                                    </p:animScale>
                                    <p:animRot from="-180000" to="0">
                                      <p:cBhvr>
                                        <p:cTn dur="1200" fill="hold" accel="0" decel="50000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Effect transition="in" filter="fade">
                                      <p:cBhvr>
                                        <p:cTn dur="1200" fill="hold" accel="0" decel="50000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 accel="0" decel="5000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900" fill="hold" accel="0" decel="50000">
                                          <p:stCondLst>
                                            <p:cond delay="4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 accel="0" decel="5000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fill="hold" accel="0" decel="50000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23" presetClass="entr" presetSubtype="0" fill="hold" nodeType="withEffect" accel="0" decel="50000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7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7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72000" y="72000"/>
                                      <p:to x="100000" y="100000"/>
                                    </p:animScale>
                                    <p:animRot from="-480000" to="0">
                                      <p:cBhvr>
                                        <p:cTn dur="1000" fill="hold" accel="0" decel="50000">
                                          <p:stCondLst>
                                            <p:cond delay="7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Effect transition="in" filter="fade">
                                      <p:cBhvr>
                                        <p:cTn dur="1000" fill="hold" accel="0" decel="50000">
                                          <p:stCondLst>
                                            <p:cond delay="7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22" presetClass="entr" presetSubtype="2" fill="hold" nodeType="withEffect" accel="0" decel="5000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9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dur="500" fill="hold" accel="0" decel="50000">
                                          <p:stCondLst>
                                            <p:cond delay="9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1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0" y="457200"/>
            <a:ext cx="5334000" cy="53340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-533400" y="457200"/>
            <a:ext cx="5334000" cy="5334000"/>
          </a:xfrm>
          <a:prstGeom prst="ellipse">
            <a:avLst/>
          </a:prstGeom>
          <a:noFill/>
          <a:ln w="1778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rcA0"/>
          <p:cNvSpPr/>
          <p:nvPr/>
        </p:nvSpPr>
        <p:spPr>
          <a:xfrm>
            <a:off x="-736600" y="254000"/>
            <a:ext cx="5740400" cy="5740400"/>
          </a:xfrm>
          <a:prstGeom prst="arc">
            <a:avLst>
              <a:gd name="adj1" fmla="val 8400000"/>
              <a:gd name="adj2" fmla="val 11040000"/>
            </a:avLst>
          </a:prstGeom>
          <a:noFill/>
          <a:ln w="2540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d"/>
          <p:cNvSpPr txBox="1"/>
          <p:nvPr/>
        </p:nvSpPr>
        <p:spPr>
          <a:xfrm>
            <a:off x="5486400" y="1219200"/>
            <a:ext cx="59690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>
                <a:solidFill>
                  <a:srgbClr val="F2EDE2"/>
                </a:solidFill>
                <a:latin typeface="Microsoft YaHei"/>
              </a:rPr>
              <a:t>三行文字，逐条入场</a:t>
            </a:r>
          </a:p>
        </p:txBody>
      </p:sp>
      <p:sp>
        <p:nvSpPr>
          <p:cNvPr id="7" name="rule"/>
          <p:cNvSpPr/>
          <p:nvPr/>
        </p:nvSpPr>
        <p:spPr>
          <a:xfrm>
            <a:off x="5486400" y="1905000"/>
            <a:ext cx="508000" cy="30480"/>
          </a:xfrm>
          <a:prstGeom prst="rect">
            <a:avLst/>
          </a:prstGeom>
          <a:solidFill>
            <a:srgbClr val="E3C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w0"/>
          <p:cNvSpPr txBox="1"/>
          <p:nvPr/>
        </p:nvSpPr>
        <p:spPr>
          <a:xfrm>
            <a:off x="5486400" y="2413000"/>
            <a:ext cx="5969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第一条：cinematic 入场</a:t>
            </a:r>
          </a:p>
        </p:txBody>
      </p:sp>
      <p:sp>
        <p:nvSpPr>
          <p:cNvPr id="9" name="row1"/>
          <p:cNvSpPr txBox="1"/>
          <p:nvPr/>
        </p:nvSpPr>
        <p:spPr>
          <a:xfrm>
            <a:off x="5486400" y="2921000"/>
            <a:ext cx="5969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第二条：错峰 80ms</a:t>
            </a:r>
          </a:p>
        </p:txBody>
      </p:sp>
      <p:sp>
        <p:nvSpPr>
          <p:cNvPr id="10" name="row2"/>
          <p:cNvSpPr txBox="1"/>
          <p:nvPr/>
        </p:nvSpPr>
        <p:spPr>
          <a:xfrm>
            <a:off x="5486400" y="3429000"/>
            <a:ext cx="5969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第三条：最后落定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spd="med" p14:dur="0" mc:Ignorable="p14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" presetClass="entr" presetSubtype="0" fill="hold" nodeType="after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.65000 0.00000 L 0 0" pathEditMode="relative" ptsTypes=""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16190" y="11619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2" presetClass="entr" presetSubtype="0" fill="hold" nodeType="with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.65000 0.00000 L 0 0" pathEditMode="relative" ptsTypes=""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16190" y="11619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2" presetClass="entr" presetSubtype="0" fill="hold" nodeType="with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.65000 0.00000 L 0 0" pathEditMode="relative" ptsTypes=""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16190" y="11619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14" presetClass="entr" presetSubtype="0" fill="hold" nodeType="withEffect" accel="0" decel="50000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Rot by="21600000">
                                      <p:cBhvr>
                                        <p:cTn dur="1150" fill="hold" accel="0" decel="50000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presetID="23" presetClass="entr" presetSubtype="0" fill="hold" nodeType="withEffect" accel="0" decel="5000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035 L 0 0" pathEditMode="relative" ptsTypes=""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86000" y="86000"/>
                                      <p:to x="100000" y="100000"/>
                                    </p:animScale>
                                    <p:animRot from="-180000" to="0"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Effect transition="in" filter="fade"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22" presetClass="entr" presetSubtype="2" fill="hold" nodeType="withEffect" accel="0" decel="50000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8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dur="450" fill="hold" accel="0" decel="50000">
                                          <p:stCondLst>
                                            <p:cond delay="108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 accel="0" decel="50000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fill="hold" accel="0" decel="50000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 accel="0" decel="50000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28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fill="hold" accel="0" decel="50000">
                                          <p:stCondLst>
                                            <p:cond delay="128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 accel="0" decel="50000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36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fill="hold" accel="0" decel="50000">
                                          <p:stCondLst>
                                            <p:cond delay="136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1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0" y="838200"/>
            <a:ext cx="4572000" cy="45720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7518400" y="838200"/>
            <a:ext cx="4572000" cy="4572000"/>
          </a:xfrm>
          <a:prstGeom prst="ellipse">
            <a:avLst/>
          </a:prstGeom>
          <a:noFill/>
          <a:ln w="1778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rcA0"/>
          <p:cNvSpPr/>
          <p:nvPr/>
        </p:nvSpPr>
        <p:spPr>
          <a:xfrm>
            <a:off x="7315200" y="635000"/>
            <a:ext cx="4978400" cy="4978400"/>
          </a:xfrm>
          <a:prstGeom prst="arc">
            <a:avLst>
              <a:gd name="adj1" fmla="val -3600000"/>
              <a:gd name="adj2" fmla="val -960000"/>
            </a:avLst>
          </a:prstGeom>
          <a:noFill/>
          <a:ln w="2540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d"/>
          <p:cNvSpPr txBox="1"/>
          <p:nvPr/>
        </p:nvSpPr>
        <p:spPr>
          <a:xfrm>
            <a:off x="736600" y="1219200"/>
            <a:ext cx="59690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>
                <a:solidFill>
                  <a:srgbClr val="F2EDE2"/>
                </a:solidFill>
                <a:latin typeface="Microsoft YaHei"/>
              </a:rPr>
              <a:t>圆窗换了位置和大小</a:t>
            </a:r>
          </a:p>
        </p:txBody>
      </p:sp>
      <p:sp>
        <p:nvSpPr>
          <p:cNvPr id="7" name="rule"/>
          <p:cNvSpPr/>
          <p:nvPr/>
        </p:nvSpPr>
        <p:spPr>
          <a:xfrm>
            <a:off x="736600" y="1905000"/>
            <a:ext cx="508000" cy="30480"/>
          </a:xfrm>
          <a:prstGeom prst="rect">
            <a:avLst/>
          </a:prstGeom>
          <a:solidFill>
            <a:srgbClr val="E3C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w0"/>
          <p:cNvSpPr txBox="1"/>
          <p:nvPr/>
        </p:nvSpPr>
        <p:spPr>
          <a:xfrm>
            <a:off x="736600" y="2413000"/>
            <a:ext cx="5969000" cy="76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翻页时圆从上一页的位置滑过来，直径同步推拉。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spd="med" p14:dur="0" mc:Ignorable="p14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" presetClass="entr" presetSubtype="0" fill="hold" nodeType="after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-0.62920 0.00000 L 0 0" pathEditMode="relative" ptsTypes=""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16670" y="11667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2" presetClass="entr" presetSubtype="0" fill="hold" nodeType="with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-0.62920 0.00000 L 0 0" pathEditMode="relative" ptsTypes=""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16670" y="11667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2" presetClass="entr" presetSubtype="0" fill="hold" nodeType="with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-0.62920 0.00000 L 0 0" pathEditMode="relative" ptsTypes=""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16670" y="11667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14" presetClass="entr" presetSubtype="0" fill="hold" nodeType="withEffect" accel="0" decel="50000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Rot by="21600000">
                                      <p:cBhvr>
                                        <p:cTn dur="1150" fill="hold" accel="0" decel="50000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presetID="23" presetClass="entr" presetSubtype="0" fill="hold" nodeType="withEffect" accel="0" decel="5000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035 L 0 0" pathEditMode="relative" ptsTypes=""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86000" y="86000"/>
                                      <p:to x="100000" y="100000"/>
                                    </p:animScale>
                                    <p:animRot from="-180000" to="0"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Effect transition="in" filter="fade">
                                      <p:cBhvr>
                                        <p:cTn dur="800" fill="hold" accel="0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22" presetClass="entr" presetSubtype="2" fill="hold" nodeType="withEffect" accel="0" decel="50000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8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dur="450" fill="hold" accel="0" decel="50000">
                                          <p:stCondLst>
                                            <p:cond delay="108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 accel="0" decel="50000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700" fill="hold" accel="0" decel="50000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1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0" y="-3429000"/>
            <a:ext cx="13716000" cy="137160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-762000" y="-3429000"/>
            <a:ext cx="13716000" cy="13716000"/>
          </a:xfrm>
          <a:prstGeom prst="ellipse">
            <a:avLst/>
          </a:prstGeom>
          <a:noFill/>
          <a:ln w="1524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hd"/>
          <p:cNvSpPr txBox="1"/>
          <p:nvPr/>
        </p:nvSpPr>
        <p:spPr>
          <a:xfrm>
            <a:off x="1651000" y="26670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>
                <a:solidFill>
                  <a:srgbClr val="F2EDE2"/>
                </a:solidFill>
                <a:latin typeface="Microsoft YaHei"/>
              </a:rPr>
              <a:t>谢谢观看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1651000" y="3632200"/>
            <a:ext cx="7112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>
                <a:solidFill>
                  <a:srgbClr val="E3C08A"/>
                </a:solidFill>
                <a:latin typeface="Microsoft YaHei"/>
              </a:rPr>
              <a:t>这个文件只是为了跑通示例 plan，不用改它。</a:t>
            </a:r>
          </a:p>
        </p:txBody>
      </p:sp>
    </p:spTree>
  </p:cSld>
  <p:clrMapOvr>
    <a:masterClrMapping/>
  </p:clrMapOvr>
  <p:transition xmlns:mc="http://schemas.openxmlformats.org/markup-compatibility/2006" xmlns:p14="http://schemas.microsoft.com/office/powerpoint/2010/main" spd="med" p14:dur="0" mc:Ignorable="p14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" presetClass="entr" presetSubtype="0" fill="hold" nodeType="after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.30420 -0.04440 L 0 0" pathEditMode="relative" ptsTypes="">
                                      <p:cBhvr>
                                        <p:cTn dur="12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2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33330" y="3333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2" presetClass="entr" presetSubtype="0" fill="hold" nodeType="withEffect" accel="0" decel="5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.30420 -0.04440 L 0 0" pathEditMode="relative" ptsTypes="">
                                      <p:cBhvr>
                                        <p:cTn dur="12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200" fill="hold" accel="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33330" y="3333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presetID="23" presetClass="entr" presetSubtype="0" fill="hold" nodeType="withEffect" accel="0" decel="5000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035 L 0 0" pathEditMode="relative" ptsTypes="">
                                      <p:cBhvr>
                                        <p:cTn dur="1000" fill="hold" accel="0" decel="50000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dur="1000" fill="hold" accel="0" decel="50000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86000" y="86000"/>
                                      <p:to x="100000" y="100000"/>
                                    </p:animScale>
                                    <p:animRot from="-180000" to="0">
                                      <p:cBhvr>
                                        <p:cTn dur="1000" fill="hold" accel="0" decel="50000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Effect transition="in" filter="fade">
                                      <p:cBhvr>
                                        <p:cTn dur="1000" fill="hold" accel="0" decel="50000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presetClass="entr" presetSubtype="0" fill="hold" nodeType="withEffect" accel="0" decel="5000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700" fill="hold" accel="0" decel="50000">
                                          <p:stCondLst>
                                            <p:cond delay="1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