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2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coreImg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0" y="25400"/>
            <a:ext cx="6197600" cy="6197600"/>
          </a:xfrm>
          <a:prstGeom prst="ellipse">
            <a:avLst/>
          </a:prstGeom>
        </p:spPr>
      </p:pic>
      <p:sp>
        <p:nvSpPr>
          <p:cNvPr id="4" name="coreRing"/>
          <p:cNvSpPr/>
          <p:nvPr/>
        </p:nvSpPr>
        <p:spPr>
          <a:xfrm>
            <a:off x="6959600" y="25400"/>
            <a:ext cx="6197600" cy="6197600"/>
          </a:xfrm>
          <a:prstGeom prst="ellipse">
            <a:avLst/>
          </a:prstGeom>
          <a:noFill/>
          <a:ln w="1778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arcA0"/>
          <p:cNvSpPr/>
          <p:nvPr/>
        </p:nvSpPr>
        <p:spPr>
          <a:xfrm>
            <a:off x="6756400" y="-177800"/>
            <a:ext cx="6604000" cy="6604000"/>
          </a:xfrm>
          <a:prstGeom prst="arc">
            <a:avLst>
              <a:gd name="adj1" fmla="val -2400000"/>
              <a:gd name="adj2" fmla="val 240000"/>
            </a:avLst>
          </a:prstGeom>
          <a:noFill/>
          <a:ln w="2540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hd"/>
          <p:cNvSpPr txBox="1"/>
          <p:nvPr/>
        </p:nvSpPr>
        <p:spPr>
          <a:xfrm>
            <a:off x="736600" y="1905000"/>
            <a:ext cx="5588000" cy="152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600" b="1">
                <a:solidFill>
                  <a:srgbClr val="F2EDE2"/>
                </a:solidFill>
                <a:latin typeface="Microsoft YaHei"/>
              </a:rPr>
              <a:t>示例小样片</a:t>
            </a:r>
          </a:p>
        </p:txBody>
      </p:sp>
      <p:sp>
        <p:nvSpPr>
          <p:cNvPr id="7" name="eyebrow"/>
          <p:cNvSpPr txBox="1"/>
          <p:nvPr/>
        </p:nvSpPr>
        <p:spPr>
          <a:xfrm>
            <a:off x="736600" y="3632200"/>
            <a:ext cx="55880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>
                <a:solidFill>
                  <a:srgbClr val="E3C08A"/>
                </a:solidFill>
                <a:latin typeface="Microsoft YaHei"/>
              </a:rPr>
              <a:t>DEMO DECK  /  4 PAGES</a:t>
            </a:r>
          </a:p>
        </p:txBody>
      </p:sp>
      <p:sp>
        <p:nvSpPr>
          <p:cNvPr id="8" name="rule"/>
          <p:cNvSpPr/>
          <p:nvPr/>
        </p:nvSpPr>
        <p:spPr>
          <a:xfrm>
            <a:off x="736600" y="4064000"/>
            <a:ext cx="558800" cy="30480"/>
          </a:xfrm>
          <a:prstGeom prst="rect">
            <a:avLst/>
          </a:prstGeom>
          <a:solidFill>
            <a:srgbClr val="E3C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2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coreImg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3400" y="457200"/>
            <a:ext cx="5334000" cy="5334000"/>
          </a:xfrm>
          <a:prstGeom prst="ellipse">
            <a:avLst/>
          </a:prstGeom>
        </p:spPr>
      </p:pic>
      <p:sp>
        <p:nvSpPr>
          <p:cNvPr id="4" name="coreRing"/>
          <p:cNvSpPr/>
          <p:nvPr/>
        </p:nvSpPr>
        <p:spPr>
          <a:xfrm>
            <a:off x="-533400" y="457200"/>
            <a:ext cx="5334000" cy="5334000"/>
          </a:xfrm>
          <a:prstGeom prst="ellipse">
            <a:avLst/>
          </a:prstGeom>
          <a:noFill/>
          <a:ln w="1778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arcA0"/>
          <p:cNvSpPr/>
          <p:nvPr/>
        </p:nvSpPr>
        <p:spPr>
          <a:xfrm>
            <a:off x="-736600" y="254000"/>
            <a:ext cx="5740400" cy="5740400"/>
          </a:xfrm>
          <a:prstGeom prst="arc">
            <a:avLst>
              <a:gd name="adj1" fmla="val 8400000"/>
              <a:gd name="adj2" fmla="val 11040000"/>
            </a:avLst>
          </a:prstGeom>
          <a:noFill/>
          <a:ln w="2540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hd"/>
          <p:cNvSpPr txBox="1"/>
          <p:nvPr/>
        </p:nvSpPr>
        <p:spPr>
          <a:xfrm>
            <a:off x="5486400" y="1219200"/>
            <a:ext cx="5969000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>
                <a:solidFill>
                  <a:srgbClr val="F2EDE2"/>
                </a:solidFill>
                <a:latin typeface="Microsoft YaHei"/>
              </a:rPr>
              <a:t>三行文字，逐条入场</a:t>
            </a:r>
          </a:p>
        </p:txBody>
      </p:sp>
      <p:sp>
        <p:nvSpPr>
          <p:cNvPr id="7" name="rule"/>
          <p:cNvSpPr/>
          <p:nvPr/>
        </p:nvSpPr>
        <p:spPr>
          <a:xfrm>
            <a:off x="5486400" y="1905000"/>
            <a:ext cx="508000" cy="30480"/>
          </a:xfrm>
          <a:prstGeom prst="rect">
            <a:avLst/>
          </a:prstGeom>
          <a:solidFill>
            <a:srgbClr val="E3C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w0"/>
          <p:cNvSpPr txBox="1"/>
          <p:nvPr/>
        </p:nvSpPr>
        <p:spPr>
          <a:xfrm>
            <a:off x="5486400" y="2413000"/>
            <a:ext cx="5969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>
                <a:solidFill>
                  <a:srgbClr val="F2EDE2"/>
                </a:solidFill>
                <a:latin typeface="Microsoft YaHei"/>
              </a:rPr>
              <a:t>第一条：cinematic 入场</a:t>
            </a:r>
          </a:p>
        </p:txBody>
      </p:sp>
      <p:sp>
        <p:nvSpPr>
          <p:cNvPr id="9" name="row1"/>
          <p:cNvSpPr txBox="1"/>
          <p:nvPr/>
        </p:nvSpPr>
        <p:spPr>
          <a:xfrm>
            <a:off x="5486400" y="2921000"/>
            <a:ext cx="5969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>
                <a:solidFill>
                  <a:srgbClr val="F2EDE2"/>
                </a:solidFill>
                <a:latin typeface="Microsoft YaHei"/>
              </a:rPr>
              <a:t>第二条：错峰 80ms</a:t>
            </a:r>
          </a:p>
        </p:txBody>
      </p:sp>
      <p:sp>
        <p:nvSpPr>
          <p:cNvPr id="10" name="row2"/>
          <p:cNvSpPr txBox="1"/>
          <p:nvPr/>
        </p:nvSpPr>
        <p:spPr>
          <a:xfrm>
            <a:off x="5486400" y="3429000"/>
            <a:ext cx="5969000" cy="228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>
                <a:solidFill>
                  <a:srgbClr val="F2EDE2"/>
                </a:solidFill>
                <a:latin typeface="Microsoft YaHei"/>
              </a:rPr>
              <a:t>第三条：最后落定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2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coreImg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00" y="838200"/>
            <a:ext cx="4572000" cy="4572000"/>
          </a:xfrm>
          <a:prstGeom prst="ellipse">
            <a:avLst/>
          </a:prstGeom>
        </p:spPr>
      </p:pic>
      <p:sp>
        <p:nvSpPr>
          <p:cNvPr id="4" name="coreRing"/>
          <p:cNvSpPr/>
          <p:nvPr/>
        </p:nvSpPr>
        <p:spPr>
          <a:xfrm>
            <a:off x="7518400" y="838200"/>
            <a:ext cx="4572000" cy="4572000"/>
          </a:xfrm>
          <a:prstGeom prst="ellipse">
            <a:avLst/>
          </a:prstGeom>
          <a:noFill/>
          <a:ln w="1778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arcA0"/>
          <p:cNvSpPr/>
          <p:nvPr/>
        </p:nvSpPr>
        <p:spPr>
          <a:xfrm>
            <a:off x="7315200" y="635000"/>
            <a:ext cx="4978400" cy="4978400"/>
          </a:xfrm>
          <a:prstGeom prst="arc">
            <a:avLst>
              <a:gd name="adj1" fmla="val -3600000"/>
              <a:gd name="adj2" fmla="val -960000"/>
            </a:avLst>
          </a:prstGeom>
          <a:noFill/>
          <a:ln w="2540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hd"/>
          <p:cNvSpPr txBox="1"/>
          <p:nvPr/>
        </p:nvSpPr>
        <p:spPr>
          <a:xfrm>
            <a:off x="736600" y="1219200"/>
            <a:ext cx="5969000" cy="508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600" b="1">
                <a:solidFill>
                  <a:srgbClr val="F2EDE2"/>
                </a:solidFill>
                <a:latin typeface="Microsoft YaHei"/>
              </a:rPr>
              <a:t>圆窗换了位置和大小</a:t>
            </a:r>
          </a:p>
        </p:txBody>
      </p:sp>
      <p:sp>
        <p:nvSpPr>
          <p:cNvPr id="7" name="rule"/>
          <p:cNvSpPr/>
          <p:nvPr/>
        </p:nvSpPr>
        <p:spPr>
          <a:xfrm>
            <a:off x="736600" y="1905000"/>
            <a:ext cx="508000" cy="30480"/>
          </a:xfrm>
          <a:prstGeom prst="rect">
            <a:avLst/>
          </a:prstGeom>
          <a:solidFill>
            <a:srgbClr val="E3C0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w0"/>
          <p:cNvSpPr txBox="1"/>
          <p:nvPr/>
        </p:nvSpPr>
        <p:spPr>
          <a:xfrm>
            <a:off x="736600" y="2413000"/>
            <a:ext cx="5969000" cy="762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>
                <a:solidFill>
                  <a:srgbClr val="F2EDE2"/>
                </a:solidFill>
                <a:latin typeface="Microsoft YaHei"/>
              </a:rPr>
              <a:t>翻页时圆从上一页的位置滑过来，直径同步推拉。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21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coreImg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0" y="-3429000"/>
            <a:ext cx="13716000" cy="13716000"/>
          </a:xfrm>
          <a:prstGeom prst="ellipse">
            <a:avLst/>
          </a:prstGeom>
        </p:spPr>
      </p:pic>
      <p:sp>
        <p:nvSpPr>
          <p:cNvPr id="4" name="coreRing"/>
          <p:cNvSpPr/>
          <p:nvPr/>
        </p:nvSpPr>
        <p:spPr>
          <a:xfrm>
            <a:off x="-762000" y="-3429000"/>
            <a:ext cx="13716000" cy="13716000"/>
          </a:xfrm>
          <a:prstGeom prst="ellipse">
            <a:avLst/>
          </a:prstGeom>
          <a:noFill/>
          <a:ln w="15240">
            <a:solidFill>
              <a:srgbClr val="E3C08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hd"/>
          <p:cNvSpPr txBox="1"/>
          <p:nvPr/>
        </p:nvSpPr>
        <p:spPr>
          <a:xfrm>
            <a:off x="1651000" y="2667000"/>
            <a:ext cx="8890000" cy="762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4000" b="1">
                <a:solidFill>
                  <a:srgbClr val="F2EDE2"/>
                </a:solidFill>
                <a:latin typeface="Microsoft YaHei"/>
              </a:rPr>
              <a:t>谢谢观看</a:t>
            </a:r>
          </a:p>
        </p:txBody>
      </p:sp>
      <p:sp>
        <p:nvSpPr>
          <p:cNvPr id="6" name="lead"/>
          <p:cNvSpPr txBox="1"/>
          <p:nvPr/>
        </p:nvSpPr>
        <p:spPr>
          <a:xfrm>
            <a:off x="1651000" y="3632200"/>
            <a:ext cx="7112000" cy="254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>
                <a:solidFill>
                  <a:srgbClr val="E3C08A"/>
                </a:solidFill>
                <a:latin typeface="Microsoft YaHei"/>
              </a:rPr>
              <a:t>这个文件只是为了跑通示例 plan，不用改它。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